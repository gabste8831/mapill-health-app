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6" r:id="rId3"/>
    <p:sldId id="304" r:id="rId4"/>
    <p:sldId id="305" r:id="rId5"/>
    <p:sldId id="306" r:id="rId6"/>
    <p:sldId id="308" r:id="rId7"/>
    <p:sldId id="307" r:id="rId8"/>
    <p:sldId id="317" r:id="rId9"/>
    <p:sldId id="316" r:id="rId10"/>
    <p:sldId id="309" r:id="rId11"/>
    <p:sldId id="310" r:id="rId12"/>
    <p:sldId id="311" r:id="rId13"/>
    <p:sldId id="303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m033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35" autoAdjust="0"/>
    <p:restoredTop sz="94660" autoAdjust="0"/>
  </p:normalViewPr>
  <p:slideViewPr>
    <p:cSldViewPr snapToGrid="0">
      <p:cViewPr varScale="1">
        <p:scale>
          <a:sx n="117" d="100"/>
          <a:sy n="117" d="100"/>
        </p:scale>
        <p:origin x="408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BB6B-E77A-46E0-9AAB-40D09F1A74AE}" type="datetimeFigureOut">
              <a:rPr lang="pt-BR" smtClean="0"/>
              <a:pPr/>
              <a:t>30/09/2026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99DB-BB13-4F9C-83B0-8F751E37479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968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BB6B-E77A-46E0-9AAB-40D09F1A74AE}" type="datetimeFigureOut">
              <a:rPr lang="pt-BR" smtClean="0"/>
              <a:pPr/>
              <a:t>30/09/2026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99DB-BB13-4F9C-83B0-8F751E37479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9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BB6B-E77A-46E0-9AAB-40D09F1A74AE}" type="datetimeFigureOut">
              <a:rPr lang="pt-BR" smtClean="0"/>
              <a:pPr/>
              <a:t>30/09/2026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99DB-BB13-4F9C-83B0-8F751E37479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657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BB6B-E77A-46E0-9AAB-40D09F1A74AE}" type="datetimeFigureOut">
              <a:rPr lang="pt-BR" smtClean="0"/>
              <a:pPr/>
              <a:t>30/09/2026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99DB-BB13-4F9C-83B0-8F751E37479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0312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BB6B-E77A-46E0-9AAB-40D09F1A74AE}" type="datetimeFigureOut">
              <a:rPr lang="pt-BR" smtClean="0"/>
              <a:pPr/>
              <a:t>30/09/2026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99DB-BB13-4F9C-83B0-8F751E37479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900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BB6B-E77A-46E0-9AAB-40D09F1A74AE}" type="datetimeFigureOut">
              <a:rPr lang="pt-BR" smtClean="0"/>
              <a:pPr/>
              <a:t>30/09/2026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99DB-BB13-4F9C-83B0-8F751E37479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5641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BB6B-E77A-46E0-9AAB-40D09F1A74AE}" type="datetimeFigureOut">
              <a:rPr lang="pt-BR" smtClean="0"/>
              <a:pPr/>
              <a:t>30/09/2026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99DB-BB13-4F9C-83B0-8F751E37479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0312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BB6B-E77A-46E0-9AAB-40D09F1A74AE}" type="datetimeFigureOut">
              <a:rPr lang="pt-BR" smtClean="0"/>
              <a:pPr/>
              <a:t>30/09/2026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99DB-BB13-4F9C-83B0-8F751E37479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1319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BB6B-E77A-46E0-9AAB-40D09F1A74AE}" type="datetimeFigureOut">
              <a:rPr lang="pt-BR" smtClean="0"/>
              <a:pPr/>
              <a:t>30/09/2026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99DB-BB13-4F9C-83B0-8F751E37479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1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BB6B-E77A-46E0-9AAB-40D09F1A74AE}" type="datetimeFigureOut">
              <a:rPr lang="pt-BR" smtClean="0"/>
              <a:pPr/>
              <a:t>30/09/2026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99DB-BB13-4F9C-83B0-8F751E37479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427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BB6B-E77A-46E0-9AAB-40D09F1A74AE}" type="datetimeFigureOut">
              <a:rPr lang="pt-BR" smtClean="0"/>
              <a:pPr/>
              <a:t>30/09/2026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99DB-BB13-4F9C-83B0-8F751E37479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421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CBB6B-E77A-46E0-9AAB-40D09F1A74AE}" type="datetimeFigureOut">
              <a:rPr lang="pt-BR" smtClean="0"/>
              <a:pPr/>
              <a:t>30/09/2026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599DB-BB13-4F9C-83B0-8F751E37479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684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52529" y="406060"/>
            <a:ext cx="9144000" cy="1452025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pt-BR" altLang="pt-BR" sz="2800" b="1" dirty="0">
                <a:latin typeface="+mn-lt"/>
              </a:rPr>
              <a:t>CENTRO UNIVERSITÁRIO PARA O DESENVOLVIMENTO </a:t>
            </a:r>
            <a:br>
              <a:rPr lang="pt-BR" altLang="pt-BR" sz="2800" b="1" dirty="0">
                <a:latin typeface="+mn-lt"/>
              </a:rPr>
            </a:br>
            <a:r>
              <a:rPr lang="pt-BR" altLang="pt-BR" sz="2800" b="1" dirty="0">
                <a:latin typeface="+mn-lt"/>
              </a:rPr>
              <a:t>DO ALTO VALE DO ITAJAÍ - UNIDAVI</a:t>
            </a:r>
            <a:br>
              <a:rPr lang="pt-BR" altLang="pt-BR" sz="2800" b="1" dirty="0">
                <a:latin typeface="+mn-lt"/>
              </a:rPr>
            </a:br>
            <a:r>
              <a:rPr lang="pt-BR" altLang="pt-BR" sz="2800" b="1" dirty="0">
                <a:latin typeface="+mn-lt"/>
              </a:rPr>
              <a:t>CURSO: SISTEMAS DE INFORMAÇÃO</a:t>
            </a:r>
            <a:endParaRPr lang="pt-BR" sz="2800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77219" y="2715774"/>
            <a:ext cx="9144000" cy="1655762"/>
          </a:xfrm>
        </p:spPr>
        <p:txBody>
          <a:bodyPr/>
          <a:lstStyle/>
          <a:p>
            <a:endParaRPr lang="pt-BR" b="1" dirty="0"/>
          </a:p>
          <a:p>
            <a:r>
              <a:rPr lang="pt-BR" sz="2800" b="1" dirty="0"/>
              <a:t>TÍTULO TRABALHO</a:t>
            </a:r>
            <a:endParaRPr lang="pt-BR" sz="28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906589" y="5229225"/>
            <a:ext cx="9601436" cy="98583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80000"/>
              </a:lnSpc>
              <a:defRPr/>
            </a:pPr>
            <a:endParaRPr lang="en-US" sz="700" b="1" dirty="0">
              <a:latin typeface="Times New Roman" pitchFamily="18" charset="0"/>
            </a:endParaRPr>
          </a:p>
          <a:p>
            <a:pPr algn="l">
              <a:lnSpc>
                <a:spcPct val="80000"/>
              </a:lnSpc>
              <a:defRPr/>
            </a:pPr>
            <a:endParaRPr lang="en-US" sz="700" b="1" dirty="0">
              <a:latin typeface="Times New Roman" pitchFamily="18" charset="0"/>
            </a:endParaRPr>
          </a:p>
          <a:p>
            <a:pPr algn="l">
              <a:lnSpc>
                <a:spcPct val="80000"/>
              </a:lnSpc>
              <a:defRPr/>
            </a:pPr>
            <a:r>
              <a:rPr lang="en-US" sz="9600" b="1" dirty="0"/>
              <a:t>Acadêmico: Nome </a:t>
            </a:r>
            <a:r>
              <a:rPr lang="en-US" sz="9600" b="1" dirty="0" err="1"/>
              <a:t>Acadêmico</a:t>
            </a:r>
            <a:endParaRPr lang="en-US" sz="9600" b="1" dirty="0"/>
          </a:p>
          <a:p>
            <a:pPr algn="l">
              <a:lnSpc>
                <a:spcPct val="80000"/>
              </a:lnSpc>
              <a:defRPr/>
            </a:pPr>
            <a:r>
              <a:rPr lang="pt-BR" sz="9600" b="1" dirty="0"/>
              <a:t>Prof. Orientador: </a:t>
            </a:r>
            <a:r>
              <a:rPr lang="pt-BR" sz="9600" b="1" dirty="0" err="1"/>
              <a:t>M.e</a:t>
            </a:r>
            <a:r>
              <a:rPr lang="pt-BR" sz="9600" b="1" dirty="0"/>
              <a:t> Marciel de Liz Santos		          Data: XX/XX/2026</a:t>
            </a:r>
            <a:endParaRPr lang="pt-BR" sz="2000" b="1" dirty="0">
              <a:latin typeface="Copperplate Gothic Bold" pitchFamily="34" charset="0"/>
            </a:endParaRPr>
          </a:p>
          <a:p>
            <a:pPr>
              <a:lnSpc>
                <a:spcPct val="80000"/>
              </a:lnSpc>
              <a:defRPr/>
            </a:pPr>
            <a:r>
              <a:rPr lang="pt-BR" sz="700" dirty="0"/>
              <a:t>                                                                                                           </a:t>
            </a:r>
          </a:p>
          <a:p>
            <a:pPr>
              <a:lnSpc>
                <a:spcPct val="80000"/>
              </a:lnSpc>
              <a:defRPr/>
            </a:pPr>
            <a:endParaRPr lang="pt-BR" sz="800" dirty="0"/>
          </a:p>
        </p:txBody>
      </p:sp>
      <p:pic>
        <p:nvPicPr>
          <p:cNvPr id="9" name="Picture 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136" y="250879"/>
            <a:ext cx="1534815" cy="13484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2466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882" y="365125"/>
            <a:ext cx="9299917" cy="1325563"/>
          </a:xfrm>
        </p:spPr>
        <p:txBody>
          <a:bodyPr/>
          <a:lstStyle/>
          <a:p>
            <a:r>
              <a:rPr lang="pt-BR" b="1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53882" y="1690688"/>
            <a:ext cx="9550758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endParaRPr lang="pt-BR" b="1" dirty="0"/>
          </a:p>
          <a:p>
            <a:pPr algn="just">
              <a:lnSpc>
                <a:spcPct val="100000"/>
              </a:lnSpc>
            </a:pPr>
            <a:r>
              <a:rPr lang="pt-BR" dirty="0"/>
              <a:t>Tópico 1;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2;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3;</a:t>
            </a:r>
          </a:p>
          <a:p>
            <a:pPr algn="just">
              <a:lnSpc>
                <a:spcPct val="100000"/>
              </a:lnSpc>
            </a:pPr>
            <a:r>
              <a:rPr lang="pt-BR" b="1" dirty="0"/>
              <a:t>...;</a:t>
            </a:r>
          </a:p>
        </p:txBody>
      </p:sp>
    </p:spTree>
    <p:extLst>
      <p:ext uri="{BB962C8B-B14F-4D97-AF65-F5344CB8AC3E}">
        <p14:creationId xmlns:p14="http://schemas.microsoft.com/office/powerpoint/2010/main" val="261365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882" y="365125"/>
            <a:ext cx="9299917" cy="1325563"/>
          </a:xfrm>
        </p:spPr>
        <p:txBody>
          <a:bodyPr/>
          <a:lstStyle/>
          <a:p>
            <a:r>
              <a:rPr lang="pt-BR" b="1" dirty="0"/>
              <a:t>PROBLEMATIZAÇÃO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86380" y="2134720"/>
            <a:ext cx="9550758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pt-BR" b="1" dirty="0"/>
          </a:p>
          <a:p>
            <a:pPr algn="just">
              <a:lnSpc>
                <a:spcPct val="100000"/>
              </a:lnSpc>
            </a:pPr>
            <a:r>
              <a:rPr lang="pt-BR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028688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882" y="365125"/>
            <a:ext cx="9299917" cy="1325563"/>
          </a:xfrm>
        </p:spPr>
        <p:txBody>
          <a:bodyPr/>
          <a:lstStyle/>
          <a:p>
            <a:r>
              <a:rPr lang="pt-BR" b="1" dirty="0"/>
              <a:t>JUSTIFICATIVA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53882" y="1690688"/>
            <a:ext cx="9550758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pt-BR" dirty="0"/>
          </a:p>
          <a:p>
            <a:pPr algn="just">
              <a:lnSpc>
                <a:spcPct val="100000"/>
              </a:lnSpc>
            </a:pPr>
            <a:r>
              <a:rPr lang="pt-BR" dirty="0"/>
              <a:t>Tópico 1;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2;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3;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...;</a:t>
            </a:r>
          </a:p>
          <a:p>
            <a:pPr algn="just">
              <a:lnSpc>
                <a:spcPct val="10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4108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882" y="365125"/>
            <a:ext cx="9299917" cy="1325563"/>
          </a:xfrm>
        </p:spPr>
        <p:txBody>
          <a:bodyPr/>
          <a:lstStyle/>
          <a:p>
            <a:r>
              <a:rPr lang="pt-BR" b="1" dirty="0"/>
              <a:t>OBJETIVO GERAL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53882" y="1690688"/>
            <a:ext cx="9550758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pt-BR" dirty="0"/>
          </a:p>
          <a:p>
            <a:pPr algn="just">
              <a:lnSpc>
                <a:spcPct val="100000"/>
              </a:lnSpc>
            </a:pPr>
            <a:r>
              <a:rPr lang="pt-BR" dirty="0"/>
              <a:t>Texto. </a:t>
            </a:r>
          </a:p>
        </p:txBody>
      </p:sp>
    </p:spTree>
    <p:extLst>
      <p:ext uri="{BB962C8B-B14F-4D97-AF65-F5344CB8AC3E}">
        <p14:creationId xmlns:p14="http://schemas.microsoft.com/office/powerpoint/2010/main" val="89839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882" y="365125"/>
            <a:ext cx="9299917" cy="1325563"/>
          </a:xfrm>
        </p:spPr>
        <p:txBody>
          <a:bodyPr/>
          <a:lstStyle/>
          <a:p>
            <a:r>
              <a:rPr lang="pt-BR" b="1" dirty="0"/>
              <a:t>OBJETIVOS ESPECÍFICOS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53882" y="1690688"/>
            <a:ext cx="9550758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pt-BR" dirty="0"/>
              <a:t>Tópico 1; 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2;  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3; 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...;</a:t>
            </a:r>
          </a:p>
        </p:txBody>
      </p:sp>
    </p:spTree>
    <p:extLst>
      <p:ext uri="{BB962C8B-B14F-4D97-AF65-F5344CB8AC3E}">
        <p14:creationId xmlns:p14="http://schemas.microsoft.com/office/powerpoint/2010/main" val="3586324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882" y="365125"/>
            <a:ext cx="9299917" cy="1325563"/>
          </a:xfrm>
        </p:spPr>
        <p:txBody>
          <a:bodyPr/>
          <a:lstStyle/>
          <a:p>
            <a:r>
              <a:rPr lang="pt-BR" b="1" dirty="0"/>
              <a:t>REVISÃO DA LITERATURA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53882" y="1690688"/>
            <a:ext cx="9550758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pt-BR" dirty="0"/>
              <a:t>Tópico 1;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2;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3;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...;</a:t>
            </a:r>
          </a:p>
        </p:txBody>
      </p:sp>
    </p:spTree>
    <p:extLst>
      <p:ext uri="{BB962C8B-B14F-4D97-AF65-F5344CB8AC3E}">
        <p14:creationId xmlns:p14="http://schemas.microsoft.com/office/powerpoint/2010/main" val="376041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12876-F80D-47FB-246D-33F81CD5B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DC9EF-A513-C7F6-2EE8-0CB36645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882" y="365125"/>
            <a:ext cx="9299917" cy="1325563"/>
          </a:xfrm>
        </p:spPr>
        <p:txBody>
          <a:bodyPr/>
          <a:lstStyle/>
          <a:p>
            <a:r>
              <a:rPr lang="pt-BR" b="1" dirty="0"/>
              <a:t>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75A97E-9986-DCD8-8315-8048F8685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3882" y="1690688"/>
            <a:ext cx="9550758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pt-BR" dirty="0"/>
              <a:t>Tópico 1;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2;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3;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...;</a:t>
            </a:r>
          </a:p>
        </p:txBody>
      </p:sp>
    </p:spTree>
    <p:extLst>
      <p:ext uri="{BB962C8B-B14F-4D97-AF65-F5344CB8AC3E}">
        <p14:creationId xmlns:p14="http://schemas.microsoft.com/office/powerpoint/2010/main" val="60276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7419" y="2927061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/>
              <a:t>Demonstração do protótipo</a:t>
            </a:r>
          </a:p>
        </p:txBody>
      </p:sp>
    </p:spTree>
    <p:extLst>
      <p:ext uri="{BB962C8B-B14F-4D97-AF65-F5344CB8AC3E}">
        <p14:creationId xmlns:p14="http://schemas.microsoft.com/office/powerpoint/2010/main" val="127536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882" y="365125"/>
            <a:ext cx="9299917" cy="1325563"/>
          </a:xfrm>
        </p:spPr>
        <p:txBody>
          <a:bodyPr/>
          <a:lstStyle/>
          <a:p>
            <a:r>
              <a:rPr lang="pt-BR" b="1" dirty="0"/>
              <a:t>CONSIDERAÇÕES FINAIS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53882" y="1690688"/>
            <a:ext cx="9550758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pt-BR" dirty="0"/>
              <a:t>Tópico 1;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2;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3;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...;</a:t>
            </a:r>
          </a:p>
        </p:txBody>
      </p:sp>
    </p:spTree>
    <p:extLst>
      <p:ext uri="{BB962C8B-B14F-4D97-AF65-F5344CB8AC3E}">
        <p14:creationId xmlns:p14="http://schemas.microsoft.com/office/powerpoint/2010/main" val="3952817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882" y="365125"/>
            <a:ext cx="9299917" cy="1325563"/>
          </a:xfrm>
        </p:spPr>
        <p:txBody>
          <a:bodyPr/>
          <a:lstStyle/>
          <a:p>
            <a:r>
              <a:rPr lang="pt-BR" b="1" dirty="0"/>
              <a:t>RECOMENDAÇÕES FUTURAS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53882" y="1690688"/>
            <a:ext cx="9550758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pt-BR" dirty="0"/>
              <a:t>Tópico 1;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Tópico 2</a:t>
            </a:r>
            <a:r>
              <a:rPr lang="pt-BR" i="1" dirty="0"/>
              <a:t>;</a:t>
            </a:r>
            <a:endParaRPr lang="pt-BR" dirty="0"/>
          </a:p>
          <a:p>
            <a:pPr algn="just">
              <a:lnSpc>
                <a:spcPct val="100000"/>
              </a:lnSpc>
            </a:pPr>
            <a:r>
              <a:rPr lang="pt-BR" dirty="0"/>
              <a:t>Tópico 3;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...;</a:t>
            </a:r>
          </a:p>
        </p:txBody>
      </p:sp>
    </p:spTree>
    <p:extLst>
      <p:ext uri="{BB962C8B-B14F-4D97-AF65-F5344CB8AC3E}">
        <p14:creationId xmlns:p14="http://schemas.microsoft.com/office/powerpoint/2010/main" val="1689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882" y="365125"/>
            <a:ext cx="9299917" cy="1325563"/>
          </a:xfrm>
        </p:spPr>
        <p:txBody>
          <a:bodyPr/>
          <a:lstStyle/>
          <a:p>
            <a:r>
              <a:rPr lang="pt-BR" b="1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53882" y="1690688"/>
            <a:ext cx="9550758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dirty="0"/>
              <a:t>AUTOR, Nome. </a:t>
            </a:r>
            <a:r>
              <a:rPr lang="pt-BR" b="1" dirty="0"/>
              <a:t>Título. </a:t>
            </a:r>
            <a:r>
              <a:rPr lang="pt-BR" dirty="0"/>
              <a:t>Cidade: Editora, XXXX.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BR" dirty="0"/>
              <a:t>AUTOR, Nome. </a:t>
            </a:r>
            <a:r>
              <a:rPr lang="pt-BR" b="1" dirty="0"/>
              <a:t>Título. </a:t>
            </a:r>
            <a:r>
              <a:rPr lang="pt-BR" dirty="0"/>
              <a:t>Cidade: Editora, XXXX.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BR" dirty="0"/>
              <a:t>AUTOR, Nome. </a:t>
            </a:r>
            <a:r>
              <a:rPr lang="pt-BR" b="1" dirty="0"/>
              <a:t>Título. </a:t>
            </a:r>
            <a:r>
              <a:rPr lang="pt-BR" dirty="0"/>
              <a:t>Cidade: Editora, XXXX.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BR" dirty="0"/>
              <a:t>AUTOR, Nome. </a:t>
            </a:r>
            <a:r>
              <a:rPr lang="pt-BR" b="1" dirty="0"/>
              <a:t>Título. </a:t>
            </a:r>
            <a:r>
              <a:rPr lang="pt-BR" dirty="0"/>
              <a:t>Cidade: Editora, XXXX.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BR" dirty="0"/>
              <a:t>AUTOR, Nome. </a:t>
            </a:r>
            <a:r>
              <a:rPr lang="pt-BR" b="1" dirty="0"/>
              <a:t>Título. </a:t>
            </a:r>
            <a:r>
              <a:rPr lang="pt-BR" dirty="0"/>
              <a:t>Cidade: Editora, XXXX. </a:t>
            </a:r>
          </a:p>
        </p:txBody>
      </p:sp>
    </p:spTree>
    <p:extLst>
      <p:ext uri="{BB962C8B-B14F-4D97-AF65-F5344CB8AC3E}">
        <p14:creationId xmlns:p14="http://schemas.microsoft.com/office/powerpoint/2010/main" val="4285774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25748" y="365125"/>
            <a:ext cx="9328052" cy="1325563"/>
          </a:xfrm>
        </p:spPr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88028" y="1825625"/>
            <a:ext cx="916577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pt-BR" dirty="0"/>
              <a:t>Acadêmico: Nome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Curso: Sistemas de Informação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Fase: 8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Prof. Orientador: </a:t>
            </a:r>
            <a:r>
              <a:rPr lang="pt-BR" dirty="0" err="1"/>
              <a:t>M.e</a:t>
            </a:r>
            <a:r>
              <a:rPr lang="pt-BR" dirty="0"/>
              <a:t> Marciel de Liz Santos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E-mail: </a:t>
            </a:r>
            <a:r>
              <a:rPr lang="pt-BR" dirty="0" err="1"/>
              <a:t>email</a:t>
            </a:r>
            <a:endParaRPr lang="pt-BR" dirty="0"/>
          </a:p>
          <a:p>
            <a:pPr marL="0" indent="0">
              <a:lnSpc>
                <a:spcPct val="120000"/>
              </a:lnSpc>
              <a:buNone/>
            </a:pPr>
            <a:endParaRPr lang="pt-BR" dirty="0"/>
          </a:p>
          <a:p>
            <a:pPr>
              <a:lnSpc>
                <a:spcPct val="12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55485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3594</TotalTime>
  <Words>226</Words>
  <Application>Microsoft Macintosh PowerPoint</Application>
  <PresentationFormat>Widescreen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Copperplate Gothic Bold</vt:lpstr>
      <vt:lpstr>Times New Roman</vt:lpstr>
      <vt:lpstr>Tema do Office</vt:lpstr>
      <vt:lpstr>CENTRO UNIVERSITÁRIO PARA O DESENVOLVIMENTO  DO ALTO VALE DO ITAJAÍ - UNIDAVI CURSO: SISTEMAS DE INFORMAÇÃO</vt:lpstr>
      <vt:lpstr>INTRODUÇÃO</vt:lpstr>
      <vt:lpstr>PROBLEMATIZAÇÃO</vt:lpstr>
      <vt:lpstr>JUSTIFICATIVA</vt:lpstr>
      <vt:lpstr>OBJETIVO GERAL</vt:lpstr>
      <vt:lpstr>OBJETIVOS ESPECÍFICOS</vt:lpstr>
      <vt:lpstr>REVISÃO DA LITERATURA</vt:lpstr>
      <vt:lpstr>DESENVOLVIMENTO</vt:lpstr>
      <vt:lpstr>Apresentação do PowerPoint</vt:lpstr>
      <vt:lpstr>CONSIDERAÇÕES FINAIS</vt:lpstr>
      <vt:lpstr>RECOMENDAÇÕES FUTURAS</vt:lpstr>
      <vt:lpstr>REFERÊNCIAS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CENTRO UNIVERSITÁRIO PARA O DESENVOLVIMENTO DO ALTO VALE DO ITAJAI - UNIDAVI CURSO: CIÊNCIAS CONTÁBEIS</dc:title>
  <dc:creator>Leila Chaves Cunha</dc:creator>
  <cp:lastModifiedBy>Marciel de Liz Santos</cp:lastModifiedBy>
  <cp:revision>173</cp:revision>
  <dcterms:created xsi:type="dcterms:W3CDTF">2015-03-20T20:42:16Z</dcterms:created>
  <dcterms:modified xsi:type="dcterms:W3CDTF">2026-09-30T19:09:06Z</dcterms:modified>
</cp:coreProperties>
</file>
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Essa frase abre o meu trabalho, e resume por que ele existe. Quase nunca o paciente deixa de tomar o remédio por descuido. Muitas vezes o lembrete é um bilhete na geladeira, que só funciona se ele passar por ali na hora certa, e controlar de cabeça o estoque e os horários de vários remédios sobrecarrega a memória. E o horário importa, porque fora do intervalo o remédio oscila entre não fazer efeito e se tornar tóxico. Por isso o Mapill não tenta ser um aplicativo de saúde completo. Ele atua no ponto exato da falha, que é lembrar da dose, registrar o que aconteceu e avisar antes de o remédio acabar.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Quem quiser conhecer o Mapill pode usar o QR code, que leva à página do aplicativo, onde também está o APK para instalar no Android.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“Os medicamentos não funcionam em pacientes que não os tomam.”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C. Everett Koop, na epígrafe do TCC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Falta um lembrete confiável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bilhetes e anotações só funcionam se o paciente olhar na hora certa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88738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Tudo de cabeça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lembrar horários e calcular o estoque de vários remédios sobrecarrega a memória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51596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71636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Horário importa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fora do intervalo, o remédio oscila entre ineficácia e toxicidade (Brunton; Knollmann,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72000"/>
            <a:ext cx="10820095" cy="1234440"/>
          </a:xfrm>
          <a:prstGeom prst="roundRect">
            <a:avLst>
              <a:gd name="adj" fmla="val 1037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88575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 MAPILL ATUA NO PONTO DA FALHA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0A3F8F"/>
                </a:solidFill>
                <a:latin typeface="Plus Jakarta Sans"/>
              </a:rPr>
              <a:t>Lembrar a dose  ·  registrar o que aconteceu  ·  avisar antes de o remédio acabar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mercado cobra, repassa dados ou simplifica a posologia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BRUNTON, Laurence L.; KNOLLMANN, Björn C. (ed.).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As bases farmacológicas da terapêutica de Goodman &amp; Gilman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14. ed. Porto Alegre: Artmed, 2024.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16459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Conheça o Mapill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Página do app, com o APK para Android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5FD9"/>
                </a:solidFill>
                <a:latin typeface="Plus Jakarta Sans"/>
              </a:rPr>
              <a:t>mapill-website.vercel.app</a:t>
            </a:r>
          </a:p>
        </p:txBody>
      </p:sp>
      <p:pic>
        <p:nvPicPr>
          <p:cNvPr id="6" name="Picture 5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9" name="Picture 8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
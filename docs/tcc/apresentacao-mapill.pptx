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Essa frase abre o meu trabalho, e resume por que ele existe. Quando o paciente não segue o tratamento, o quadro piora de um jeito que poderia ser evitado, e isso acaba em atendimentos de emergência e internações. Além disso, o remédio depende do horário certo, porque fora do intervalo ele oscila entre não fazer efeito e se tornar tóxico. Por isso o Mapill não tenta ser um aplicativo de saúde completo. Ele atua no ponto exato da falha, que é lembrar da dose, registrar o que aconteceu e avisar antes de o remédio acabar.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“Os medicamentos não funcionam em pacientes que não os tomam.”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C. Everett Koop, na epígrafe do TCC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2377440"/>
            <a:ext cx="3454298" cy="91440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Agravamentos evitáveis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quadro piora quando o tratamento é interrompido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2377440"/>
            <a:ext cx="3454298" cy="91440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88738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Emergências e internações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que o controle adequado da medicação evitaria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1596" y="2377440"/>
            <a:ext cx="3454298" cy="91440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71636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Horário importa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fora do intervalo, o remédio oscila entre ineficácia e toxicidade (Brunton; Knollmann,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2000"/>
            <a:ext cx="10820095" cy="1234440"/>
          </a:xfrm>
          <a:prstGeom prst="roundRect">
            <a:avLst>
              <a:gd name="adj" fmla="val 1037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88575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 MAPILL ATUA NO PONTO DA FALHA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0A3F8F"/>
                </a:solidFill>
                <a:latin typeface="Plus Jakarta Sans"/>
              </a:rPr>
              <a:t>Lembrar a dose  ·  registrar o que aconteceu  ·  avisar antes de o remédio acabar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mercado cobra, repassa dados ou simplifica a posologia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BRUNTON, Laurence L.; KNOLLMANN, Björn C. (ed.).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As bases farmacológicas da terapêutica de Goodman &amp; Gilman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14. ed. Porto Alegre: Artmed, 2024.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